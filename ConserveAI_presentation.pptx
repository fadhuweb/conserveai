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ConserveAI forecasts conservation threats and turns each forecast into a costed plan of what to deploy. It is deployed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work hands a manager a risk map. They still have to decide what to do with a tiny budget. No tool couples a multi-threat forecast with that allocation decision, and weak labels make it harder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contribution is the full pipeline: open data to multi-threat forecast to a costed, zone-level plan, with semi-supervised learning to cope with weak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mockup. It is running, with a daily job that keeps the data current. Show the live site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limitations are exactly the points I would like your input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79476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ConserveAI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CFE4D8"/>
                </a:solidFill>
                <a:latin typeface="Calibri"/>
              </a:rPr>
              <a:t>Multi-threat forecasting and budget-constrained intervention planning for six Nigerian national parks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BFD5CB"/>
                </a:solidFill>
                <a:latin typeface="Calibri"/>
              </a:rPr>
              <a:t>BSc Capstone    |    Supervisor: David Neza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Live demo:  conserve-ai.vercel.app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ML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Conservation ML mostly predicts risk and stops at a map. The forecast is rarely linked to a concrete, budget-limited decision.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Fire, drought and vegetation threats are usually modelled in isolation, not together per site.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In under-resourced regions like Nigeria, threat labels are sparse and weak, which limits supervised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Forecast three threats, 30 days ahead, per park, from free satellite and climate data (MODIS/VIIRS fire, NDVI, rainfall).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Handle sparse labels with semi-supervised learning (self-training Random Forest).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Couple the forecast to a budget-constrained ILP optimiser that allocates interventions across four zones per park.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Make it explainable (per-threat drivers) and deliver it as a web tool managers can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Working prototype (live)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Deployed end to end: React dashboard (Vercel) + FastAPI (Fly.io) + Neon database + daily GitHub Actions cron.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National risk map, per-park 30-day forecast and drivers, and the budget recommender with a zone deployment map.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- 17 automated tests pass; verified on the live system.</a:t>
            </a: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Live:  conserve-ai.vercel.app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Status, results, and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F3D2E"/>
                </a:solidFill>
                <a:latin typeface="Calibri"/>
              </a:rPr>
              <a:t>Results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Held-out 2024-2025 test:  Fire F2 0.94  |  Drought 0.89  |  Vegetation 0.75.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Recommender respects budget and capacity, scales with budget, solves in under 60 ms.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Build, testing and deployment complete.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F3D2E"/>
                </a:solidFill>
                <a:latin typeface="Calibri"/>
              </a:rPr>
              <a:t>Blockers to discuss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Label leakage: drought / vegetation labels are climate-derived, not independent.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Threat scope is sensor-driven; poaching and grazing are not modelled.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- Intervention cost / effectiveness are literature estimates, not field-validated.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