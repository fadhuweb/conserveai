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ConserveAI forecasts fire, drought and vegetation threats for six Nigerian parks and turns each forecast into a costed plan of what to deploy and where. It is deployed and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stakes with the proposal's numbers: steep wildlife decline, almost no management evaluation, reactive and under-resourced patrols, and too little data for conventional ML. Existing tools (SMART, PAWS) do not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methodological gap: prediction stops at a risk map, threats are modelled in isolation, labels are scarce, and nobody links a multi-threat forecast to a live budget-constrained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offer maps one-to-one onto the gap: free-data multi-threat forecasts, semi-supervised learning for sparse labels, an ILP that turns a forecast into a zone-level plan, and explainability plus live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pipeline left to right, top to bottom. Phase 1 trains the model once on 2020-2025 data; Phase 2 serves it live. Stress the temporal split (train on the past, test on genuinely future data) and Platt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dashboard features a manager actually uses. If time allows, switch to the live site and click through national overview, a park forecast, and the recommender.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this is a running product, not a notebook: deployed end to end, automated daily, and covered by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numbers on a genuinely held-out test set, explain F2 in a line, note the recommender is correct and fast, and that every planned component is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as deliberate, known limitations. Inviting direction on label leakage and threat scope shows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206240"/>
            <a:ext cx="4114800" cy="4114800"/>
          </a:xfrm>
          <a:prstGeom prst="ellipse">
            <a:avLst/>
          </a:prstGeom>
          <a:solidFill>
            <a:srgbClr val="1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1371600" cy="384048"/>
          </a:xfrm>
          <a:prstGeom prst="roundRect">
            <a:avLst/>
          </a:prstGeom>
          <a:solidFill>
            <a:srgbClr val="1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32588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●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Calibri"/>
              </a:rPr>
              <a:t>ConserveAI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108960"/>
            <a:ext cx="146304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241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FE4D8"/>
                </a:solidFill>
                <a:latin typeface="Calibri"/>
              </a:rPr>
              <a:t>Multi-threat probabilistic forecasting and budget-constrained intervention recommendation for six Nigerian national parks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9C6B8"/>
                </a:solidFill>
                <a:latin typeface="Calibri"/>
              </a:rPr>
              <a:t>Fadhlullah Olusola Abdulazeez   ·   BSc Software Engineering   ·   Supervisor: Mr. Emmanuel Adjei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B981"/>
                </a:solidFill>
                <a:latin typeface="Calibri"/>
              </a:rPr>
              <a:t>Live demo:  conserve-ai.vercel.app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ConserveAI  ·  Capstone progress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2 / 9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51790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/>
              </a:rPr>
              <a:t>Nigerian parks are losing wildlife fast.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African protected areas lost on average 59% of large mammals between 1970 and 2005, and only 1.71% of Nigeria's protected land has ever had its management evaluated.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0662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/>
              </a:rPr>
              <a:t>Management is reactive and thinly stretched.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Threats are recorded after the damage by patrols that cover little ground (Yankari has about 60 rangers for 2,244 km square).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9534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840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/>
              </a:rPr>
              <a:t>There is too little data to train 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Fewer than 300 biodiversity records exist per Nigerian park, so conventional supervised machine learning cannot be trained reliably.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8406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029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/>
              </a:rPr>
              <a:t>Existing tools do not fit.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SMART only records the past; PAWS forecasts poaching but needs incident histories these parks lack. Neither handles fire, drought or vegetation, and neither plans a budget.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/>
              </a:rPr>
              <a:t>The ML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ConserveAI  ·  Capstone progress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3 / 9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51790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/>
              </a:rPr>
              <a:t>Prediction stops at a risk map.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Models output risk and stop. They do not say what to deploy, where, or within a budget.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0662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/>
              </a:rPr>
              <a:t>Threats are studied in isolation.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Fire, drought and vegetation are modelled separately, yet one park faces all three under a single budget.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9534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840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/>
              </a:rPr>
              <a:t>Sparse labels block supervised learning.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Documented threat events are rare and uneven, so standard supervised training is unreliable in this setting.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8406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029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/>
              </a:rPr>
              <a:t>No one links forecast to decision, live.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No published system couples multi-threat forecasting with budget-constrained, zone-level recommendation, running live for a data-scarce park.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/>
              </a:rPr>
              <a:t>What our solution offers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ConserveAI  ·  Capstone progress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4 / 9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51790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/>
              </a:rPr>
              <a:t>Multi-threat 30-day forecasts from free data.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Daily fire, drought and vegetation risk for six parks, built on Open-Meteo, NASA POWER, Google Earth Engine and MODIS fire products.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0662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/>
              </a:rPr>
              <a:t>Learning that works with few labels.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Hybrid labeling plus a self-training semi-supervised model exploit the abundant unlabelled park-days.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9534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840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/>
              </a:rPr>
              <a:t>A plan, not just a prediction.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A budget-constrained integer linear program returns the intervention mix that cuts the most risk, allocated across four zones per park.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8406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029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/>
              </a:rPr>
              <a:t>Explainable and live.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Per-threat drivers justify each forecast, and a daily scheduled pipeline keeps the dashboard current without manual steps.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/>
              </a:rPr>
              <a:t>Machine-learning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56577"/>
                </a:solidFill>
                <a:latin typeface="Calibri"/>
              </a:rPr>
              <a:t>From free satellite and climate data to a calibrated 30-day forecast and a costed plan.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ConserveAI  ·  Capstone progress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5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PHASE 1  ·  TRAIN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10312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Free data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/>
              </a:rPr>
              <a:t>Open-Meteo, NASA
POWER, GEE, MODIS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9464" y="23774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965960"/>
            <a:ext cx="210312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Feature eng.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/>
              </a:rPr>
              <a:t>20 features
per park-day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1184" y="23774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965960"/>
            <a:ext cx="210312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Label build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/>
              </a:rPr>
              <a:t>MODIS fire, climate
&amp; NDVI thresholds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2904" y="23774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0" y="1965960"/>
            <a:ext cx="210312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Temporal split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/>
              </a:rPr>
              <a:t>train 2020-23
test 2024-25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64624" y="23774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1965960"/>
            <a:ext cx="210312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Model training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/>
              </a:rPr>
              <a:t>RF / XGB / LSTM / Trf
sup + semi-sup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337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0B981"/>
                </a:solidFill>
                <a:latin typeface="Calibri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03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Calibri"/>
              </a:rPr>
              <a:t>PHASE 2  ·  SERVE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69080"/>
            <a:ext cx="237744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Calibration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/>
              </a:rPr>
              <a:t>Platt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4480560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4069080"/>
            <a:ext cx="237744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30-day risk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/>
              </a:rPr>
              <a:t>fire · drought ·
vegetation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5896" y="4480560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69080"/>
            <a:ext cx="237744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ILP recommender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/>
              </a:rPr>
              <a:t>budget + 4 zones
(PuLP)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7656" y="4480560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4069080"/>
            <a:ext cx="237744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Web dashboard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/>
              </a:rPr>
              <a:t>React + FastAPI
live daily cron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486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56577"/>
                </a:solidFill>
                <a:latin typeface="Calibri"/>
              </a:rPr>
              <a:t>The model is trained once on 2020-2025 data, then the same model runs live: a daily job pulls current data and refreshes every park's forecast.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/>
              </a:rPr>
              <a:t>Features of the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ConserveAI  ·  Capstone progress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6 / 9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60020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0876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Role-based access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Managers see only their park; the national admin sees all six.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160020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0876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National risk overview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Nigeria map shaded by risk, a switchable threat lens, and priority ranking.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8892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69748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30-day forecasts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Fire, drought and vegetation risk with 60-day history per park.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78892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69748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Forecast drivers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The environmental signals behind each threat, in plain language.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7764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88620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Budget recommender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A live budget slider returns a zone-level deployment plan in milliseconds.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397764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88620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Zone deployment map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Shows how many units of each intervention go to each of four zones.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516636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7492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Intervention catalog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Each action with its capacity and per-threat effect.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516636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507492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Live and deployed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Vercel, Fly.io and Neon, refreshed automatically every 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/>
              </a:rPr>
              <a:t>Working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ConserveAI  ·  Capstone progress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7 / 9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60934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F3D2E"/>
                </a:solidFill>
                <a:latin typeface="Calibri"/>
              </a:rPr>
              <a:t>Deployed end to end.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Calibri"/>
              </a:rPr>
              <a:t>React on Vercel, FastAPI on Fly.io, a Neon Postgres database, and a daily GitHub Actions job that refreshes forecasts automatically.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4378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7889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F3D2E"/>
                </a:solidFill>
                <a:latin typeface="Calibri"/>
              </a:rPr>
              <a:t>An operational dashboard.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Calibri"/>
              </a:rPr>
              <a:t>A national risk map, per-park 30-day forecasts with drivers, and a planner that returns a zone-level plan for a chosen budget.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7822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23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F3D2E"/>
                </a:solidFill>
                <a:latin typeface="Calibri"/>
              </a:rPr>
              <a:t>Engineered and verified.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Calibri"/>
              </a:rPr>
              <a:t>Seventeen automated tests pass, alongside integration and end-to-end checks against the live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440680"/>
            <a:ext cx="740664" cy="384048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486400"/>
            <a:ext cx="74066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3D2E"/>
                </a:solidFill>
                <a:latin typeface="Calibri"/>
              </a:rPr>
              <a:t>Vercel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63624" y="5440680"/>
            <a:ext cx="740664" cy="384048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63624" y="5486400"/>
            <a:ext cx="74066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3D2E"/>
                </a:solidFill>
                <a:latin typeface="Calibri"/>
              </a:rPr>
              <a:t>Fly.io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5440680"/>
            <a:ext cx="548640" cy="384048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548640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3D2E"/>
                </a:solidFill>
                <a:latin typeface="Calibri"/>
              </a:rPr>
              <a:t>Neon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5440680"/>
            <a:ext cx="1508760" cy="384048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5486400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3D2E"/>
                </a:solidFill>
                <a:latin typeface="Calibri"/>
              </a:rPr>
              <a:t>GitHub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B981"/>
                </a:solidFill>
                <a:latin typeface="Calibri"/>
              </a:rPr>
              <a:t>Live:  conserve-ai.vercel.app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ConserveAI  ·  Capstone progress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8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Forecast accuracy on a held-out 2024-2025 test set (n = 3,812 park-days the model never saw):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11680"/>
            <a:ext cx="3520440" cy="1828800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011680"/>
            <a:ext cx="3520440" cy="76200"/>
          </a:xfrm>
          <a:prstGeom prst="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240280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37"/>
                </a:solidFill>
                <a:latin typeface="Calibri"/>
              </a:rPr>
              <a:t>Fire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51760"/>
            <a:ext cx="3520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E64A19"/>
                </a:solidFill>
                <a:latin typeface="Calibri"/>
              </a:rPr>
              <a:t>0.94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7472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6577"/>
                </a:solidFill>
                <a:latin typeface="Calibri"/>
              </a:rPr>
              <a:t>F2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2011680"/>
            <a:ext cx="3520440" cy="1828800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25696" y="2011680"/>
            <a:ext cx="3520440" cy="762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2240280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37"/>
                </a:solidFill>
                <a:latin typeface="Calibri"/>
              </a:rPr>
              <a:t>Drought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651760"/>
            <a:ext cx="3520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1976D2"/>
                </a:solidFill>
                <a:latin typeface="Calibri"/>
              </a:rPr>
              <a:t>0.89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347472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6577"/>
                </a:solidFill>
                <a:latin typeface="Calibri"/>
              </a:rPr>
              <a:t>F2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2011680"/>
            <a:ext cx="3520440" cy="1828800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4" y="2011680"/>
            <a:ext cx="352044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2240280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37"/>
                </a:solidFill>
                <a:latin typeface="Calibri"/>
              </a:rPr>
              <a:t>Vegetation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2651760"/>
            <a:ext cx="3520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2E7D32"/>
                </a:solidFill>
                <a:latin typeface="Calibri"/>
              </a:rPr>
              <a:t>0.75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347472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6577"/>
                </a:solidFill>
                <a:latin typeface="Calibri"/>
              </a:rPr>
              <a:t>F2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206240"/>
            <a:ext cx="10881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F2 weights recall: missing a real threat costs more than a false alarm. Fire and drought are strong; vegetation is moderate.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3D2E"/>
                </a:solidFill>
                <a:latin typeface="Calibri"/>
              </a:rPr>
              <a:t>Recommender.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Honours the budget and per-intervention capacity in every test, scales with the budget, and solves a plan in under 60 ms.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Forecasting, optimisation, the web application, testing and deployment are complete.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/>
              </a:rPr>
              <a:t>Limitations to discuss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ConserveAI  ·  Capstone progress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/>
              </a:rPr>
              <a:t>9 / 9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60934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F3D2E"/>
                </a:solidFill>
                <a:latin typeface="Calibri"/>
              </a:rPr>
              <a:t>Label leakage.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Calibri"/>
              </a:rPr>
              <a:t>Drought and vegetation labels derive from climate thresholds, so their reported accuracy is likely inflated. An independent ground truth is needed.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3522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F3D2E"/>
                </a:solidFill>
                <a:latin typeface="Calibri"/>
              </a:rPr>
              <a:t>Sensor-bound threat scope.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Calibri"/>
              </a:rPr>
              <a:t>Poaching and grazing encroachment, the threats that dominate in practice, are not remotely observable and fall outside the model.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61103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206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F3D2E"/>
                </a:solidFill>
                <a:latin typeface="Calibri"/>
              </a:rPr>
              <a:t>Unvalidated parameters.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Calibri"/>
              </a:rPr>
              <a:t>Intervention costs and effectiveness are drawn from the literature, not measured in these parks.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